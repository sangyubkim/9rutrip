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75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AE6FD"/>
                </a:solidFill>
                <a:latin typeface="Malgun Gothic"/>
                <a:ea typeface="Malgun Gothic"/>
              </a:rPr>
              <a:t>AI 여행 플래너 · Plan → Trip →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0F2FE"/>
                </a:solidFill>
                <a:latin typeface="Malgun Gothic"/>
                <a:ea typeface="Malgun Gothic"/>
              </a:rPr>
              <a:t>해외 MVP: 도쿄(기본) + 오사카(선택) · Expo / React Native · Gemini · Google Maps
P0–P3 구현 완료 (P3: 9e57e3a) · 9ruDocs BlogDraft 호환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DD3FC"/>
                </a:solidFill>
                <a:latin typeface="Malgun Gothic"/>
                <a:ea typeface="Malgun Gothic"/>
              </a:rPr>
              <a:t>제품 개요 문서  ·  github.com/sangyubkim/9ruTrip  ·  브랜드 #0c4a6e / #0369a1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비전 &amp; 포지셔닝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한 번의 여행 사이클을 앱에서 끝까지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11338560" cy="13716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  <a:ea typeface="Malgun Gothic"/>
              </a:rPr>
              <a:t>9ruTrip은 Gemini로 초기 일정을 만들고, 현장에서 동선·경비·기록을 관리한 뒤,
여행 후 9ruDocs 호환 BlogDraft / WordPress로 발행까지 이어주는 모바일 여행 플래너입니다.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74320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해외 도시(도쿄/오사카) 빠른 MVP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AI 일정 + 수동 DnD 하이브리드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현장 가이드 알람·재루트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경비 SMS + 계획 vs 실제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74320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880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무엇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Expo Android-first 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API(Gemini·Directions·WP)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@9rutrip/shared 타입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로컬 AsyncStorage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4320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880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누구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46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개인 여행자 / 블로거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9ruDocs 발행 워크플로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Android 실기기 우선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국내(네이버)는 스캐폴드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여행 라이프사이클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Plan → Trip(Active) →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3657600" cy="64008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96596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도시·박/일/인원 선택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Gemini 일정 생성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Day DnD · 카테고리 필터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숙소 Top N · 교통 enrich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수단 비교 · 지도+리스트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2801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188720"/>
            <a:ext cx="3657600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2984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TRIP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6596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1488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status: active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다음 액션 배너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가이드 알람(로컬)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AI 재루트 ON/OFF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캡처 · 경비(SMS)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2801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64748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188720"/>
            <a:ext cx="3657600" cy="640080"/>
          </a:xfrm>
          <a:prstGeom prst="roundRect">
            <a:avLst/>
          </a:prstGeom>
          <a:solidFill>
            <a:srgbClr val="075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2984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AFTER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96596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488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계획 vs 실제 요약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사진+리뷰 → Step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export-draft (BlogDraft)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WordPress 임시글/게시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F172A"/>
                </a:solidFill>
                <a:latin typeface="Malgun Gothic"/>
                <a:ea typeface="Malgun Gothic"/>
              </a:rPr>
              <a:t>•  9ruDocs 파이프라인 연계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기능 로드맵 P0–P3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모두 구현됨 · 최신 P3 @ 9e57e3a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2788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2468880" cy="41148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P0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Expo 셸 · 도쿄 일정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Gemini + 폴백 코스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Day 타임라인 DnD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Maps 마커 · AsyncStorage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캡처 · 현금 경비 · export-draft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143000"/>
            <a:ext cx="2788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280160"/>
            <a:ext cx="2468880" cy="41148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53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74519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가이드 알람 / 다음 액션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AI 재루트 API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SMS 경비 파싱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WordPress 직접 발행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교통 glance · 숙소 점수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43000"/>
            <a:ext cx="2788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2468880" cy="41148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874519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Maps 키 배선 · Directions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하버사인 폴백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숙소 Top N + 재계산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카테고리 DnD UX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오사카 · Naver 스캐폴드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143000"/>
            <a:ext cx="2788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280160"/>
            <a:ext cx="2468880" cy="4114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35331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74519"/>
            <a:ext cx="2514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교통 수단 비교 UI/시트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POST /trip/compare-transport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transportOptions enrich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Plan 지도(~37%)+리스트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•  E2E 체크리스트 문서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UI 디자인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앱 스크린 토큰 기준 · Malgun Gothic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2011680" cy="1234440"/>
          </a:xfrm>
          <a:prstGeom prst="roundRect">
            <a:avLst/>
          </a:prstGeom>
          <a:solidFill>
            <a:srgbClr val="0C4A6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#0c4a6e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Primary / Hero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234440"/>
            <a:ext cx="2011680" cy="1234440"/>
          </a:xfrm>
          <a:prstGeom prst="roundRect">
            <a:avLst/>
          </a:prstGeom>
          <a:solidFill>
            <a:srgbClr val="0369A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#0369a1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Accent / CTA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234440"/>
            <a:ext cx="2011680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</a:rPr>
              <a:t>#0f172a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  <a:ea typeface="Malgun Gothic"/>
              </a:rPr>
              <a:t>Ink / Title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234440"/>
            <a:ext cx="20116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#f8fafc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Background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234440"/>
            <a:ext cx="2011680" cy="1234440"/>
          </a:xfrm>
          <a:prstGeom prst="roundRect">
            <a:avLst/>
          </a:prstGeom>
          <a:solidFill>
            <a:srgbClr val="64748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algun Gothic"/>
                <a:ea typeface="Malgun Gothic"/>
              </a:rPr>
              <a:t>#64748b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Malgun Gothic"/>
                <a:ea typeface="Malgun Gothic"/>
              </a:rPr>
              <a:t>Muted / Meta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743200"/>
            <a:ext cx="5577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9260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타이포 · 컴포넌트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폰트: Malgun Gothic (본 문서) / RN 시스템 굵기 700–800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Hero 카드: Primary 배경 + sky CTA (#38bdf8)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탭/칩 ON: Accent 또는 Primary, OFF: slate-200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리스트 행: 흰 카드 + e2e8f0 보더, 선택 시 sky-100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완료 배지: emerald, 숙소 후보: orange 계열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모달 시트: 흰 배경 + 핸들 바 + 모드 3열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55321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9260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레이아웃 원칙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Home: 브랜드 히어로 → 여행 리스트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Plan: Day 탭 + 필터 + 지도(~37%H) + DnD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Active: 다음 액션 배너 상단 고정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교통: glance 탭 → 비교 바텀시트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After: 요약 스크롤 + 발행 CTA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키 없음: Maps/Directions graceful degrade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와이어프레임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Home · Create ·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38328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07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MVP · 도쿄 (Google Maps)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267712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새 여행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0662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API 설정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08376"/>
            <a:ext cx="30175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4553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저장된 여행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1985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도쿄 · 2박 3일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75888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2명 · planning · 계획 ¥…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12곳 · 리뷰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09728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1097280"/>
            <a:ext cx="338328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1207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Create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737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← 뒤로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9339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여행 만들기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26771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해외 · Google Maps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69464"/>
            <a:ext cx="30175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70662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도시  [도쿄] [오사카]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96265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박수 / 일수 / 인원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21868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2644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AI로 일정 생성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109728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0" y="1097280"/>
            <a:ext cx="338328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1207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737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Day1 Day2 Day3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99339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가이드알람 · AI재루트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24942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지도 (~37%)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52374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마커 ↔ 리스트 연동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825496"/>
            <a:ext cx="30175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296265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전체|맛집|관광|숙소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218688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≡ 장소 · glance 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3474720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35204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지도][캡처][경비][요약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와이어프레임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Transport 비교 · Active Trip ·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38328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07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Transport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이동 수단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→ 다음 장소명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engine: Directions|haversine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9464"/>
            <a:ext cx="30175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706624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5234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도보 ~12분 ¥0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45536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912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대중교통 ~8분 ¥…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8444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301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택시 ~5분 ¥…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선호 모드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7939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glance / travelFromPrev*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109728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1097280"/>
            <a:ext cx="338328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1207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Active Trip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737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다음 액션 배너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01168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임박 Alert · 로컬 알림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313432"/>
            <a:ext cx="30175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245059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Day 리스트 · 완료 체크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706624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이탈 시 AI 재루트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2962656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[캡처] 사진+별점+문구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218688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[경비] 수동 / SMS 붙여넣기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47472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status: active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097280"/>
            <a:ext cx="3383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1097280"/>
            <a:ext cx="338328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1207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After /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1737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C4A6E"/>
                </a:solidFill>
                <a:latin typeface="Malgun Gothic"/>
                <a:ea typeface="Malgun Gothic"/>
              </a:rPr>
              <a:t>비용 요약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01168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계획 vs 실제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26771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카테고리별 합계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2569464"/>
            <a:ext cx="301752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92440" y="2706624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275234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BlogDraft 내보내기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145536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31912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WP 임시글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3584448"/>
            <a:ext cx="2926080" cy="34747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36301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</a:rPr>
              <a:t>WP 게시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023360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리뷰 1개+ 필요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27939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algun Gothic"/>
                <a:ea typeface="Malgun Gothic"/>
              </a:rPr>
              <a:t>9ruDocs Step 호환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화면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apps/mobile/src/screens · App.tsx 라우팅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7498079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7040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HomeScreen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여행 목록 · 생성/설정 진입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CreateTripScreen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도시(도쿄/오사카) · 박/일/인원 → itinerary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PlanScreen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Day DnD · 지도 · 비교시트 · 알람/재루트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MapScreen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전체 지도 뷰 (키 없으면 힌트)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CaptureScreen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카메라/갤러리 · PlaceReview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ExpensesScreen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수동 경비 · SMS 파싱 · share intent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SummaryScreen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비용 요약 · export-draft · WP publish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C4A6E"/>
                </a:solidFill>
                <a:latin typeface="Malgun Gothic"/>
                <a:ea typeface="Malgun Gothic"/>
              </a:rPr>
              <a:t>SettingsScreen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    API Base URL · 헬스체크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611880" cy="52120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Malgun Gothic"/>
                <a:ea typeface="Malgun Gothic"/>
              </a:rPr>
              <a:t>보조 컴포넌트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PlanDayMap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TransportCompareSheet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NextActionBanner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useGuideAlarms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trip API client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cost / sms / nextAction utils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아키텍처 &amp;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모노레포 · 포트 3011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Malgun Gothic"/>
                <a:ea typeface="Malgun Gothic"/>
              </a:rPr>
              <a:t>apps/mobile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Expo SDK 55
Android first
AsyncStorage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Malgun Gothic"/>
                <a:ea typeface="Malgun Gothic"/>
              </a:rPr>
              <a:t>apps/api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2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Gemini itinerary
Directions/haversine
WP 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344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Malgun Gothic"/>
                <a:ea typeface="Malgun Gothic"/>
              </a:rPr>
              <a:t>packages/shared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4592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Trip / Step
BlogDraft
9ruDocs 호환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737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369A1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737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369A1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00400"/>
            <a:ext cx="11338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C4A6E"/>
                </a:solidFill>
                <a:latin typeface="Malgun Gothic"/>
                <a:ea typeface="Malgun Gothic"/>
              </a:rPr>
              <a:t>주요 엔드포인트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749039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GET  /health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/trip/itinerary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/trip/reroute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749039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/trip/enrich-transport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/trip/compare-transport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/trip/suggest-places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749039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/trip/parse-sms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/trip/export-draft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POST /wordpress/publish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충분성 갭 (Sufficiency Gaps)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MVP로 충분한 것 vs 아직 부족한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5577840" cy="5120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Malgun Gothic"/>
                <a:ea typeface="Malgun Gothic"/>
              </a:rPr>
              <a:t>충분한 영역 (P0–P3)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도쿄/오사카 AI 일정 + DnD 편집 루프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교통 추정(Directions 또는 haversine) + 수단 비교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현장 가이드 알람 · 재루트 · 캡처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경비(수동/SMS)와 계획 vs 실제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BlogDraft/WP 발행 경로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키 없을 때 앱 크래시 없이 degrade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실기기 E2E 체크리스트 문서화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532120" cy="5120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A3412"/>
                </a:solidFill>
                <a:latin typeface="Malgun Gothic"/>
                <a:ea typeface="Malgun Gothic"/>
              </a:rPr>
              <a:t>갭 / 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국내 도시 Naver Maps 실연동 미완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네이티브 SMS 인박스 자동 읽기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GPS 이탈(deviation) 힌트 미구현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Routes API 고도화 · 실시간 혼잡 미반영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iOS/웹은 2차 (Android first)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공유 패키지 물리 병합 보류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  <a:ea typeface="Malgun Gothic"/>
              </a:rPr>
              <a:t>•  Maps/Gemini 키·비용 운영 의존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  <a:ea typeface="Malgun Gothic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AE6FD"/>
                </a:solidFill>
                <a:latin typeface="Malgun Gothic"/>
                <a:ea typeface="Malgun Gothic"/>
              </a:rPr>
              <a:t>README 「이후 (보류)」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256032"/>
            <a:ext cx="1554480" cy="36576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29260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9ruTrip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325880"/>
            <a:ext cx="640080" cy="64008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188720"/>
            <a:ext cx="10332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국내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Naver Maps SDK로 국내 도시 실연동
(현 mapProvider 스캐폴드 활용)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560320"/>
            <a:ext cx="640080" cy="64008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7919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423160"/>
            <a:ext cx="10332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5603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SMS 네이티브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8803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expo-dev-client + 권한 플러그인으로
인박스 자동 파싱 경로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794760"/>
            <a:ext cx="640080" cy="64008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136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657600"/>
            <a:ext cx="10332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79476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이탈 힌트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14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GPS deviation 감지 → 재루트 제안
(선택 기능)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029200"/>
            <a:ext cx="640080" cy="64008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4807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892040"/>
            <a:ext cx="10332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502920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Malgun Gothic"/>
                <a:ea typeface="Malgun Gothic"/>
              </a:rPr>
              <a:t>플랫폼/품질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492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  <a:ea typeface="Malgun Gothic"/>
              </a:rPr>
              <a:t>Routes API 고도화 · iOS 패리티
· 모노레포 물리 병합 검토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0F2FE"/>
                </a:solidFill>
                <a:latin typeface="Malgun Gothic"/>
                <a:ea typeface="Malgun Gothic"/>
              </a:rPr>
              <a:t>9ruTrip P0–P3는 Plan·Trip·After 핵심 루프를 닫았습니다.
다음 투자는 국내 맵·네이티브 SMS·이탈 힌트입니다.
문서 재생성:  python docs/generate_overview_pptx.py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DD3FC"/>
                </a:solidFill>
                <a:latin typeface="Malgun Gothic"/>
                <a:ea typeface="Malgun Gothic"/>
              </a:rPr>
              <a:t>https://github.com/sangyubkim/9ruTrip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